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0" r:id="rId1"/>
  </p:sldMasterIdLst>
  <p:notesMasterIdLst>
    <p:notesMasterId r:id="rId4"/>
  </p:notesMasterIdLst>
  <p:sldIdLst>
    <p:sldId id="257" r:id="rId2"/>
    <p:sldId id="258" r:id="rId3"/>
  </p:sldIdLst>
  <p:sldSz cx="18288000" cy="10287000"/>
  <p:notesSz cx="18288000" cy="10287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Inter" panose="020B0604020202020204" charset="0"/>
      <p:regular r:id="rId9"/>
      <p:bold r:id="rId10"/>
      <p:italic r:id="rId11"/>
      <p:boldItalic r:id="rId12"/>
    </p:embeddedFont>
    <p:embeddedFont>
      <p:font typeface="Jost" panose="020B060402020202020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  <p:embeddedFont>
      <p:font typeface="Poppins Light" panose="00000400000000000000" pitchFamily="2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SemiBold" panose="020B0604020202020204" charset="0"/>
      <p:regular r:id="rId29"/>
      <p:bold r:id="rId30"/>
      <p:italic r:id="rId31"/>
      <p:boldItalic r:id="rId32"/>
    </p:embeddedFont>
    <p:embeddedFont>
      <p:font typeface="Verdana" panose="020B060403050404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9.fntdata"/><Relationship Id="rId18" Type="http://schemas.openxmlformats.org/officeDocument/2006/relationships/font" Target="fonts/font14.fntdata"/><Relationship Id="rId26" Type="http://schemas.openxmlformats.org/officeDocument/2006/relationships/font" Target="fonts/font22.fntdata"/><Relationship Id="rId39" Type="http://schemas.openxmlformats.org/officeDocument/2006/relationships/theme" Target="theme/theme1.xml"/><Relationship Id="rId21" Type="http://schemas.openxmlformats.org/officeDocument/2006/relationships/font" Target="fonts/font17.fntdata"/><Relationship Id="rId34" Type="http://schemas.openxmlformats.org/officeDocument/2006/relationships/font" Target="fonts/font30.fntdata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5" Type="http://schemas.openxmlformats.org/officeDocument/2006/relationships/font" Target="fonts/font21.fntdata"/><Relationship Id="rId33" Type="http://schemas.openxmlformats.org/officeDocument/2006/relationships/font" Target="fonts/font2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font" Target="fonts/font16.fntdata"/><Relationship Id="rId29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24" Type="http://schemas.openxmlformats.org/officeDocument/2006/relationships/font" Target="fonts/font20.fntdata"/><Relationship Id="rId32" Type="http://schemas.openxmlformats.org/officeDocument/2006/relationships/font" Target="fonts/font2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23" Type="http://schemas.openxmlformats.org/officeDocument/2006/relationships/font" Target="fonts/font19.fntdata"/><Relationship Id="rId28" Type="http://schemas.openxmlformats.org/officeDocument/2006/relationships/font" Target="fonts/font24.fntdata"/><Relationship Id="rId36" Type="http://schemas.openxmlformats.org/officeDocument/2006/relationships/font" Target="fonts/font32.fntdata"/><Relationship Id="rId10" Type="http://schemas.openxmlformats.org/officeDocument/2006/relationships/font" Target="fonts/font6.fntdata"/><Relationship Id="rId19" Type="http://schemas.openxmlformats.org/officeDocument/2006/relationships/font" Target="fonts/font15.fntdata"/><Relationship Id="rId31" Type="http://schemas.openxmlformats.org/officeDocument/2006/relationships/font" Target="fonts/font27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Relationship Id="rId22" Type="http://schemas.openxmlformats.org/officeDocument/2006/relationships/font" Target="fonts/font18.fntdata"/><Relationship Id="rId27" Type="http://schemas.openxmlformats.org/officeDocument/2006/relationships/font" Target="fonts/font23.fntdata"/><Relationship Id="rId30" Type="http://schemas.openxmlformats.org/officeDocument/2006/relationships/font" Target="fonts/font26.fntdata"/><Relationship Id="rId35" Type="http://schemas.openxmlformats.org/officeDocument/2006/relationships/font" Target="fonts/font31.fntdata"/><Relationship Id="rId8" Type="http://schemas.openxmlformats.org/officeDocument/2006/relationships/font" Target="fonts/font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048600" y="771525"/>
            <a:ext cx="12192600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83761c3fb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83761c3fb5_0_5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83761c3fb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15000" y="771525"/>
            <a:ext cx="6859588" cy="3857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83761c3fb5_0_16:notes"/>
          <p:cNvSpPr txBox="1">
            <a:spLocks noGrp="1"/>
          </p:cNvSpPr>
          <p:nvPr>
            <p:ph type="body" idx="1"/>
          </p:nvPr>
        </p:nvSpPr>
        <p:spPr>
          <a:xfrm>
            <a:off x="1828800" y="4886325"/>
            <a:ext cx="14630400" cy="462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3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7.png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8.png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6.png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1">
  <p:cSld name="OBJECT_1">
    <p:bg>
      <p:bgPr>
        <a:solidFill>
          <a:srgbClr val="003BDE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titled 2">
  <p:cSld name="CUSTOM_4">
    <p:bg>
      <p:bgPr>
        <a:solidFill>
          <a:srgbClr val="42424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titled 3">
  <p:cSld name="CUSTOM_5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">
  <p:cSld name="CUSTOM_3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">
  <p:cSld name="CUSTOM_3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6"/>
          <p:cNvPicPr preferRelativeResize="0"/>
          <p:nvPr/>
        </p:nvPicPr>
        <p:blipFill rotWithShape="1">
          <a:blip r:embed="rId2">
            <a:alphaModFix/>
          </a:blip>
          <a:srcRect l="50035"/>
          <a:stretch/>
        </p:blipFill>
        <p:spPr>
          <a:xfrm>
            <a:off x="9150397" y="0"/>
            <a:ext cx="913762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2">
  <p:cSld name="OBJECT_1_1_1_1_1_1_1_1_1">
    <p:bg>
      <p:bgPr>
        <a:solidFill>
          <a:srgbClr val="FFFFFF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9" name="Google Shape;1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3">
  <p:cSld name="Title and Content">
    <p:bg>
      <p:bgPr>
        <a:gradFill>
          <a:gsLst>
            <a:gs pos="0">
              <a:srgbClr val="DFE9FB"/>
            </a:gs>
            <a:gs pos="100000">
              <a:srgbClr val="6E9BE7"/>
            </a:gs>
          </a:gsLst>
          <a:lin ang="5400012" scaled="0"/>
        </a:gra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" name="Google Shape;2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4">
  <p:cSld name="OBJECT_1_1">
    <p:bg>
      <p:bgPr>
        <a:gradFill>
          <a:gsLst>
            <a:gs pos="0">
              <a:srgbClr val="EF2547"/>
            </a:gs>
            <a:gs pos="100000">
              <a:srgbClr val="EF2547"/>
            </a:gs>
          </a:gsLst>
          <a:lin ang="5400012" scaled="0"/>
        </a:gra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5">
  <p:cSld name="OBJECT_1_1_1">
    <p:bg>
      <p:bgPr>
        <a:solidFill>
          <a:srgbClr val="F75C43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1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6">
  <p:cSld name="OBJECT_1_1_1_1">
    <p:bg>
      <p:bgPr>
        <a:solidFill>
          <a:srgbClr val="003BDE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7">
  <p:cSld name="OBJECT_1_1_1_1_1">
    <p:bg>
      <p:bgPr>
        <a:solidFill>
          <a:srgbClr val="023C17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6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8">
  <p:cSld name="OBJECT_1_1_1_1_1_1">
    <p:bg>
      <p:bgPr>
        <a:solidFill>
          <a:srgbClr val="0DAD8E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7" name="Google Shape;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9">
  <p:cSld name="OBJECT_1_1_1_1_1_1_1">
    <p:bg>
      <p:bgPr>
        <a:solidFill>
          <a:srgbClr val="222121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13167361" y="9566910"/>
            <a:ext cx="4206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" name="Google Shape;40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10">
  <p:cSld name="OBJECT_1_1_1_1_1_1_1_1_2">
    <p:bg>
      <p:bgPr>
        <a:solidFill>
          <a:srgbClr val="FFFFF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5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3" name="Google Shape;43;p15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4" name="Google Shape;44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11">
  <p:cSld name="OBJECT_1_1_1_1_1_1_1_1_1_1">
    <p:bg>
      <p:bgPr>
        <a:solidFill>
          <a:srgbClr val="FFFFF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47" name="Google Shape;47;p16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8" name="Google Shape;4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6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GMAR 12">
  <p:cSld name="9_Title Only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9144000" h="5143500" extrusionOk="0">
                <a:moveTo>
                  <a:pt x="0" y="0"/>
                </a:moveTo>
                <a:lnTo>
                  <a:pt x="9143981" y="0"/>
                </a:lnTo>
                <a:lnTo>
                  <a:pt x="9143981" y="5143489"/>
                </a:lnTo>
                <a:lnTo>
                  <a:pt x="0" y="5143489"/>
                </a:lnTo>
                <a:lnTo>
                  <a:pt x="0" y="0"/>
                </a:lnTo>
                <a:close/>
              </a:path>
            </a:pathLst>
          </a:custGeom>
          <a:solidFill>
            <a:srgbClr val="023C1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" name="Google Shape;51;p17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3">
  <p:cSld name="CUSTOM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4">
  <p:cSld name="CUSTOM_1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5">
  <p:cSld name="CUSTOM_2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6">
  <p:cSld name="CUSTOM_2_2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7">
  <p:cSld name="CUSTOM_2_2_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8">
  <p:cSld name="CUSTOM_2_2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9">
  <p:cSld name="CUSTOM_2_2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">
  <p:cSld name="CUSTOM_2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2">
  <p:cSld name="CUSTOM_2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3">
  <p:cSld name="CUSTOM_2_1_1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4">
  <p:cSld name="CUSTOM_2_1_1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 1">
  <p:cSld name="CUSTOM_3_1_1_2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9"/>
          <p:cNvPicPr preferRelativeResize="0"/>
          <p:nvPr/>
        </p:nvPicPr>
        <p:blipFill rotWithShape="1">
          <a:blip r:embed="rId4">
            <a:alphaModFix/>
          </a:blip>
          <a:srcRect l="49957"/>
          <a:stretch/>
        </p:blipFill>
        <p:spPr>
          <a:xfrm>
            <a:off x="9135995" y="0"/>
            <a:ext cx="91520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 1 1">
  <p:cSld name="CUSTOM_3_1_1_2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0"/>
          <p:cNvSpPr/>
          <p:nvPr/>
        </p:nvSpPr>
        <p:spPr>
          <a:xfrm>
            <a:off x="9121625" y="-71925"/>
            <a:ext cx="9251100" cy="10387800"/>
          </a:xfrm>
          <a:prstGeom prst="rect">
            <a:avLst/>
          </a:prstGeom>
          <a:solidFill>
            <a:srgbClr val="004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4 1">
  <p:cSld name="CUSTOM_3_1_1_2_1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1"/>
          <p:cNvSpPr/>
          <p:nvPr/>
        </p:nvSpPr>
        <p:spPr>
          <a:xfrm>
            <a:off x="2388300" y="1985475"/>
            <a:ext cx="15969900" cy="8330400"/>
          </a:xfrm>
          <a:prstGeom prst="rect">
            <a:avLst/>
          </a:prstGeom>
          <a:solidFill>
            <a:srgbClr val="004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 1 1 1">
  <p:cSld name="CUSTOM_3_1_1_2_1_1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2"/>
          <p:cNvSpPr/>
          <p:nvPr/>
        </p:nvSpPr>
        <p:spPr>
          <a:xfrm>
            <a:off x="9121625" y="-71925"/>
            <a:ext cx="9251100" cy="10387800"/>
          </a:xfrm>
          <a:prstGeom prst="rect">
            <a:avLst/>
          </a:prstGeom>
          <a:solidFill>
            <a:srgbClr val="0018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5">
  <p:cSld name="CUSTOM_2_1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6">
  <p:cSld name="CUSTOM_2_1_1_1_1_1_1">
    <p:bg>
      <p:bgPr>
        <a:solidFill>
          <a:srgbClr val="CADC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1000" y="329300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25" y="9579450"/>
            <a:ext cx="2552424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7">
  <p:cSld name="CUSTOM_2_1_1_1_1_1_1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8">
  <p:cSld name="CUSTOM_2_1_1_1_1_1_1_1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9">
  <p:cSld name="CUSTOM_2_1_1_1_1_1_1_1_1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0">
  <p:cSld name="CUSTOM_2_1_1_1_1_1_1_1_1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1">
  <p:cSld name="CUSTOM_2_1_1_1_1_1_1_1_1_1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2">
  <p:cSld name="CUSTOM_2_1_1_1_1_1_1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3">
  <p:cSld name="CUSTOM_2_1_1_1_1_1_1_1_1_1_1_1_1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4">
  <p:cSld name="CUSTOM_2_1_1_1_1_1_1_1_1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5">
  <p:cSld name="CUSTOM_2_1_1_1_1_1_1_1_1_1_1_1_1_1_1_1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6">
  <p:cSld name="CUSTOM_2_1_1_1_1_1_1_1_1_1_1_1_1_1_1_1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7">
  <p:cSld name="CUSTOM_2_1_1_1_1_1_1_1_1_1_1_1_1_1_1_1_1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8">
  <p:cSld name="CUSTOM_2_1_1_1_1_1_1_1_1_1_1_1_1_1_1_1_1_2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8 1">
  <p:cSld name="CUSTOM_2_1_1_1_1_1_1_1_1_1_1_1_1_1_1_1_1_2_1_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7"/>
          <p:cNvSpPr/>
          <p:nvPr/>
        </p:nvSpPr>
        <p:spPr>
          <a:xfrm>
            <a:off x="604275" y="345300"/>
            <a:ext cx="17049000" cy="9625200"/>
          </a:xfrm>
          <a:prstGeom prst="rect">
            <a:avLst/>
          </a:prstGeom>
          <a:solidFill>
            <a:srgbClr val="00184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19">
  <p:cSld name="CUSTOM_2_1_1_1_1_1_1_1_1_1_1_1_1_1_1_1_1_2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R 20">
  <p:cSld name="CUSTOM_2_1_1_1_1_1_1_1_1_1_1_1_1_1_1_1_1_2_1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">
  <p:cSld name="CUSTOM_2_1_1_1_1_1_1_1_1_1_1_1_1_1_1_1_1_1">
    <p:bg>
      <p:bgPr>
        <a:solidFill>
          <a:srgbClr val="001849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ce BG">
  <p:cSld name="CUSTOM_2_1_1_1_1_1_1_1_1_1_1_1_1_1_1_1_1_1_2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ce BG 1">
  <p:cSld name="CUSTOM_2_1_1_1_1_1_1_1_1_1_1_1_1_1_1_1_1_1_2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ace BG 1 1">
  <p:cSld name="CUSTOM_2_1_1_1_1_1_1_1_1_1_1_1_1_1_1_1_1_1_2_1_1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69325" y="9706375"/>
            <a:ext cx="3050449" cy="3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312" y="9579450"/>
            <a:ext cx="2569857" cy="36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03100" y="324700"/>
            <a:ext cx="883424" cy="882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 1 1 1 1">
  <p:cSld name="CUSTOM_3_1_1_1_1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54"/>
          <p:cNvPicPr preferRelativeResize="0"/>
          <p:nvPr/>
        </p:nvPicPr>
        <p:blipFill rotWithShape="1">
          <a:blip r:embed="rId4">
            <a:alphaModFix/>
          </a:blip>
          <a:srcRect l="50035"/>
          <a:stretch/>
        </p:blipFill>
        <p:spPr>
          <a:xfrm>
            <a:off x="9150400" y="0"/>
            <a:ext cx="91376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2">
  <p:cSld name="CUSTOM_2_1_1_1_1_1_1_1_1_1_1_1_1_1_1_1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3">
  <p:cSld name="CUSTOM_2_1_1_1_1_1_1_1_1_1_1_1_1_1_1_1_1_1_1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4">
  <p:cSld name="CUSTOM_2_1_1_1_1_1_1_1_1_1_1_1_1_1_1_1_1_1_1_1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5">
  <p:cSld name="CUSTOM_2_1_1_1_1_1_1_1_1_1_1_1_1_1_1_1_1_1_1_1_1_1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6">
  <p:cSld name="CUSTOM_2_1_1_1_1_1_1_1_1_1_1_1_1_1_1_1_1_1_1_1_1_1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7">
  <p:cSld name="CUSTOM_2_1_1_1_1_1_1_1_1_1_1_1_1_1_1_1_1_1_1_1_1_1_1_1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8">
  <p:cSld name="CUSTOM_2_1_1_1_1_1_1_1_1_1_1_1_1_1_1_1_1_1_1_1_1_1_1_1_1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9">
  <p:cSld name="CUSTOM_2_1_1_1_1_1_1_1_1_1_1_1_1_1_1_1_1_1_1_1_1_1_1_1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0">
  <p:cSld name="CUSTOM_2_1_1_1_1_1_1_1_1_1_1_1_1_1_1_1_1_1_1_1_1_1_1_1_1_1_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1">
  <p:cSld name="CUSTOM_2_1_1_1_1_1_1_1_1_1_1_1_1_1_1_1_1_1_1_1_1_1_1_1_1_1_1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2">
  <p:cSld name="CUSTOM_2_1_1_1_1_1_1_1_1_1_1_1_1_1_1_1_1_1_1_1_1_1_1_1_1_1_1_1_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3">
  <p:cSld name="CUSTOM_2_1_1_1_1_1_1_1_1_1_1_1_1_1_1_1_1_1_1_1_1_1_1_1_1_1_1_1_1_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4">
  <p:cSld name="CUSTOM_2_1_1_1_1_1_1_1_1_1_1_1_1_1_1_1_1_1_1_1_1_1_1_1_1_1_1_1_1_1_2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5">
  <p:cSld name="CUSTOM_2_1_1_1_1_1_1_1_1_1_1_1_1_1_1_1_1_1_1_1_1_1_1_1_1_1_1_1_1_1_2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6">
  <p:cSld name="CUSTOM_2_1_1_1_1_1_1_1_1_1_1_1_1_1_1_1_1_1_1_1_1_1_1_1_1_1_1_1_1_1_2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SD 17">
  <p:cSld name="CUSTOM_2_1_1_1_1_1_1_1_1_1_1_1_1_1_1_1_1_1_1_1_1_1_1_1_1_1_1_1_1_1_2_1_1_1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">
  <p:cSld name="CUSTOM_2_1_1_1_1_1_1_1_1_1_1_1_1_1_1_1_1_1_1_1_1_1_1_1_1_1_1_1_1_1_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2">
  <p:cSld name="CUSTOM_2_1_1_1_1_1_1_1_1_1_1_1_1_1_1_1_1_1_1_1_1_1_1_1_1_1_1_1_1_1_1_1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3">
  <p:cSld name="CUSTOM_2_1_1_1_1_1_1_1_1_1_1_1_1_1_1_1_1_1_1_1_1_1_1_1_1_1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4">
  <p:cSld name="CUSTOM_2_1_1_1_1_1_1_1_1_1_1_1_1_1_1_1_1_1_1_1_1_1_1_1_1_1_1_1_1_1_1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 1 1">
  <p:cSld name="CUSTOM_3_1_1_1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75"/>
          <p:cNvPicPr preferRelativeResize="0"/>
          <p:nvPr/>
        </p:nvPicPr>
        <p:blipFill rotWithShape="1">
          <a:blip r:embed="rId4">
            <a:alphaModFix/>
          </a:blip>
          <a:srcRect l="49877"/>
          <a:stretch/>
        </p:blipFill>
        <p:spPr>
          <a:xfrm>
            <a:off x="9121620" y="0"/>
            <a:ext cx="9166373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5">
  <p:cSld name="CUSTOM_2_1_1_1_1_1_1_1_1_1_1_1_1_1_1_1_1_1_1_1_1_1_1_1_1_1_1_1_1_1_1_1_1_1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6">
  <p:cSld name="CUSTOM_2_1_1_1_1_1_1_1_1_1_1_1_1_1_1_1_1_1_1_1_1_1_1_1_1_1_1_1_1_1_1_1_1_1_1_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7">
  <p:cSld name="CUSTOM_2_1_1_1_1_1_1_1_1_1_1_1_1_1_1_1_1_1_1_1_1_1_1_1_1_1_1_1_1_1_1_1_1_1_1_1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8">
  <p:cSld name="CUSTOM_2_1_1_1_1_1_1_1_1_1_1_1_1_1_1_1_1_1_1_1_1_1_1_1_1_1_1_1_1_1_1_1_1_1_1_1_1_1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9">
  <p:cSld name="CUSTOM_2_1_1_1_1_1_1_1_1_1_1_1_1_1_1_1_1_1_1_1_1_1_1_1_1_1_1_1_1_1_1_1_1_1_1_1_1_1_1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0">
  <p:cSld name="CUSTOM_2_1_1_1_1_1_1_1_1_1_1_1_1_1_1_1_1_1_1_1_1_1_1_1_1_1_1_1_1_1_1_1_1_1_1_1_1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1">
  <p:cSld name="CUSTOM_2_1_1_1_1_1_1_1_1_1_1_1_1_1_1_1_1_1_1_1_1_1_1_1_1_1_1_1_1_1_1_1_1_1_1_1_1_1_1_1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2">
  <p:cSld name="CUSTOM_2_1_1_1_1_1_1_1_1_1_1_1_1_1_1_1_1_1_1_1_1_1_1_1_1_1_1_1_1_1_1_1_1_1_1_1_1_1_1_1_1_1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3">
  <p:cSld name="CUSTOM_2_1_1_1_1_1_1_1_1_1_1_1_1_1_1_1_1_1_1_1_1_1_1_1_1_1_1_1_1_1_1_1_1_1_1_1_1_1_1_1_1_1_1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4">
  <p:cSld name="CUSTOM_2_1_1_1_1_1_1_1_1_1_1_1_1_1_1_1_1_1_1_1_1_1_1_1_1_1_1_1_1_1_1_1_1_1_1_1_1_1_1_1_1_1_1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5">
  <p:cSld name="CUSTOM_2_1_1_1_1_1_1_1_1_1_1_1_1_1_1_1_1_1_1_1_1_1_1_1_1_1_1_1_1_1_1_1_1_1_1_1_1_1_1_1_1_1_1_1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6">
  <p:cSld name="CUSTOM_2_1_1_1_1_1_1_1_1_1_1_1_1_1_1_1_1_1_1_1_1_1_1_1_1_1_1_1_1_1_1_1_1_1_1_1_1_1_1_1_1_1_1_1_1_2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7">
  <p:cSld name="CUSTOM_2_1_1_1_1_1_1_1_1_1_1_1_1_1_1_1_1_1_1_1_1_1_1_1_1_1_1_1_1_1_1_1_1_1_1_1_1_1_1_1_1_1_1_1_1_2_1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8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8">
  <p:cSld name="CUSTOM_2_1_1_1_1_1_1_1_1_1_1_1_1_1_1_1_1_1_1_1_1_1_1_1_1_1_1_1_1_1_1_1_1_1_1_1_1_1_1_1_1_1_1_1_1_2_1_1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T 19">
  <p:cSld name="CUSTOM_2_1_1_1_1_1_1_1_1_1_1_1_1_1_1_1_1_1_1_1_1_1_1_1_1_1_1_1_1_1_1_1_1_1_1_1_1_1_1_1_1_1_1_1_1_2_1_1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">
  <p:cSld name="CUSTOM_2_1_1_1_1_1_1_1_1_1_1_1_1_1_1_1_1_1_1_1_1_1_1_1_1_1_1_1_1_1_1_1_1_1_1_1_1_1_1_1_1_1_1_1_1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2">
  <p:cSld name="CUSTOM_2_1_1_1_1_1_1_1_1_1_1_1_1_1_1_1_1_1_1_1_1_1_1_1_1_1_1_1_1_1_1_1_1_1_1_1_1_1_1_1_1_1_1_1_1_1_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3">
  <p:cSld name="CUSTOM_2_1_1_1_1_1_1_1_1_1_1_1_1_1_1_1_1_1_1_1_1_1_1_1_1_1_1_1_1_1_1_1_1_1_1_1_1_1_1_1_1_1_1_1_1_1_1_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GMAR 1 1 1 1 1">
  <p:cSld name="CUSTOM_3_1_1_1_1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9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4000" y="565375"/>
            <a:ext cx="912274" cy="911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664" y="9536777"/>
            <a:ext cx="1712250" cy="24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94"/>
          <p:cNvPicPr preferRelativeResize="0"/>
          <p:nvPr/>
        </p:nvPicPr>
        <p:blipFill rotWithShape="1">
          <a:blip r:embed="rId4">
            <a:alphaModFix/>
          </a:blip>
          <a:srcRect l="50115"/>
          <a:stretch/>
        </p:blipFill>
        <p:spPr>
          <a:xfrm>
            <a:off x="9164770" y="0"/>
            <a:ext cx="912322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4">
  <p:cSld name="CUSTOM_2_1_1_1_1_1_1_1_1_1_1_1_1_1_1_1_1_1_1_1_1_1_1_1_1_1_1_1_1_1_1_1_1_1_1_1_1_1_1_1_1_1_1_1_1_1_1_1_1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5">
  <p:cSld name="CUSTOM_2_1_1_1_1_1_1_1_1_1_1_1_1_1_1_1_1_1_1_1_1_1_1_1_1_1_1_1_1_1_1_1_1_1_1_1_1_1_1_1_1_1_1_1_1_1_1_1_1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6">
  <p:cSld name="CUSTOM_2_1_1_1_1_1_1_1_1_1_1_1_1_1_1_1_1_1_1_1_1_1_1_1_1_1_1_1_1_1_1_1_1_1_1_1_1_1_1_1_1_1_1_1_1_1_1_1_1_1_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7">
  <p:cSld name="CUSTOM_2_1_1_1_1_1_1_1_1_1_1_1_1_1_1_1_1_1_1_1_1_1_1_1_1_1_1_1_1_1_1_1_1_1_1_1_1_1_1_1_1_1_1_1_1_1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8">
  <p:cSld name="CUSTOM_2_1_1_1_1_1_1_1_1_1_1_1_1_1_1_1_1_1_1_1_1_1_1_1_1_1_1_1_1_1_1_1_1_1_1_1_1_1_1_1_1_1_1_1_1_1_1_1_1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9">
  <p:cSld name="CUSTOM_2_1_1_1_1_1_1_1_1_1_1_1_1_1_1_1_1_1_1_1_1_1_1_1_1_1_1_1_1_1_1_1_1_1_1_1_1_1_1_1_1_1_1_1_1_1_1_1_1_1_1_1_1_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0">
  <p:cSld name="CUSTOM_2_1_1_1_1_1_1_1_1_1_1_1_1_1_1_1_1_1_1_1_1_1_1_1_1_1_1_1_1_1_1_1_1_1_1_1_1_1_1_1_1_1_1_1_1_1_1_1_1_1_1_1_1_1_1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1">
  <p:cSld name="CUSTOM_2_1_1_1_1_1_1_1_1_1_1_1_1_1_1_1_1_1_1_1_1_1_1_1_1_1_1_1_1_1_1_1_1_1_1_1_1_1_1_1_1_1_1_1_1_1_1_1_1_1_1_1_1_1_1_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2">
  <p:cSld name="CUSTOM_2_1_1_1_1_1_1_1_1_1_1_1_1_1_1_1_1_1_1_1_1_1_1_1_1_1_1_1_1_1_1_1_1_1_1_1_1_1_1_1_1_1_1_1_1_1_1_1_1_1_1_1_1_1_1_1_1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3">
  <p:cSld name="CUSTOM_2_1_1_1_1_1_1_1_1_1_1_1_1_1_1_1_1_1_1_1_1_1_1_1_1_1_1_1_1_1_1_1_1_1_1_1_1_1_1_1_1_1_1_1_1_1_1_1_1_1_1_1_1_1_1_1_1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4">
  <p:cSld name="CUSTOM_2_1_1_1_1_1_1_1_1_1_1_1_1_1_1_1_1_1_1_1_1_1_1_1_1_1_1_1_1_1_1_1_1_1_1_1_1_1_1_1_1_1_1_1_1_1_1_1_1_1_1_1_1_1_1_1_1_1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5">
  <p:cSld name="CUSTOM_2_1_1_1_1_1_1_1_1_1_1_1_1_1_1_1_1_1_1_1_1_1_1_1_1_1_1_1_1_1_1_1_1_1_1_1_1_1_1_1_1_1_1_1_1_1_1_1_1_1_1_1_1_1_1_1_1_1_1_1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6">
  <p:cSld name="CUSTOM_2_1_1_1_1_1_1_1_1_1_1_1_1_1_1_1_1_1_1_1_1_1_1_1_1_1_1_1_1_1_1_1_1_1_1_1_1_1_1_1_1_1_1_1_1_1_1_1_1_1_1_1_1_1_1_1_1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7">
  <p:cSld name="CUSTOM_2_1_1_1_1_1_1_1_1_1_1_1_1_1_1_1_1_1_1_1_1_1_1_1_1_1_1_1_1_1_1_1_1_1_1_1_1_1_1_1_1_1_1_1_1_1_1_1_1_1_1_1_1_1_1_1_1_1_1_1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I/UX 18">
  <p:cSld name="CUSTOM_2_1_1_1_1_1_1_1_1_1_1_1_1_1_1_1_1_1_1_1_1_1_1_1_1_1_1_1_1_1_1_1_1_1_1_1_1_1_1_1_1_1_1_1_1_1_1_1_1_1_1_1_1_1_1_1_1_1_1_1_1_1_1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7990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4">
  <p:cSld name="OBJECT_1_1_1_1_1_1_1_1_1_1_1">
    <p:bg>
      <p:bgPr>
        <a:solidFill>
          <a:srgbClr val="FFFFFF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0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66" name="Google Shape;266;p110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10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sz="6000" b="1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68" name="Google Shape;268;p110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5">
  <p:cSld name="OBJECT_1_1_1_1_1_1_1_1_1_1_2"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1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1" name="Google Shape;271;p111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2" name="Google Shape;272;p111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sz="6000" b="1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73" name="Google Shape;273;p111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6">
  <p:cSld name="OBJECT_1_1_1_1_1_1_1_1_1_1_3">
    <p:bg>
      <p:bgPr>
        <a:solidFill>
          <a:srgbClr val="FFFFFF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2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6" name="Google Shape;276;p112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12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sz="6000" b="1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78" name="Google Shape;278;p112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7">
  <p:cSld name="OBJECT_1_1_1_1_1_1_1_1_1_1_4"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13"/>
          <p:cNvSpPr txBox="1"/>
          <p:nvPr/>
        </p:nvSpPr>
        <p:spPr>
          <a:xfrm>
            <a:off x="14917900" y="9528850"/>
            <a:ext cx="268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 b="0" i="0" u="none" strike="noStrike" cap="none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1" name="Google Shape;281;p113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2" name="Google Shape;282;p113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Urbanist"/>
              <a:buNone/>
              <a:defRPr sz="60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113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Jost"/>
              <a:buNone/>
              <a:defRPr sz="2800" b="0" i="0" u="none" strike="noStrike" cap="non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8">
  <p:cSld name="OBJECT_1_1_1_1_1_1_1_1_1_1_5">
    <p:bg>
      <p:bgPr>
        <a:solidFill>
          <a:srgbClr val="FFFFFF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4"/>
          <p:cNvSpPr txBox="1"/>
          <p:nvPr/>
        </p:nvSpPr>
        <p:spPr>
          <a:xfrm>
            <a:off x="14917900" y="9528850"/>
            <a:ext cx="2680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 b="0" i="0" u="none" strike="noStrike" cap="none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86" name="Google Shape;286;p114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rgbClr val="000000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14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Urbanist"/>
              <a:buNone/>
              <a:defRPr sz="6000" b="1" i="0" u="none" strike="noStrike" cap="non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8" name="Google Shape;288;p114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50" tIns="91450" rIns="91450" bIns="914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Jost"/>
              <a:buNone/>
              <a:defRPr sz="2800" b="0" i="0" u="none" strike="noStrike" cap="none">
                <a:solidFill>
                  <a:srgbClr val="000000"/>
                </a:solidFill>
                <a:latin typeface="Jost"/>
                <a:ea typeface="Jost"/>
                <a:cs typeface="Jost"/>
                <a:sym typeface="Jos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9">
  <p:cSld name="OBJECT_1_1_1_1_1_1_1_1_1_1_6"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5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1" name="Google Shape;291;p115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2" name="Google Shape;292;p115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sz="6000" b="1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3" name="Google Shape;293;p115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Untitled 10">
  <p:cSld name="OBJECT_1_1_1_1_1_1_1_1_1_1_7">
    <p:bg>
      <p:bgPr>
        <a:solidFill>
          <a:srgbClr val="FFFFFF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6"/>
          <p:cNvSpPr txBox="1"/>
          <p:nvPr/>
        </p:nvSpPr>
        <p:spPr>
          <a:xfrm>
            <a:off x="14917900" y="9528850"/>
            <a:ext cx="2679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23C17"/>
                </a:solidFill>
                <a:latin typeface="Poppins Light"/>
                <a:ea typeface="Poppins Light"/>
                <a:cs typeface="Poppins Light"/>
                <a:sym typeface="Poppins Light"/>
              </a:rPr>
              <a:t>#JadiYangKamuMau</a:t>
            </a:r>
            <a:endParaRPr sz="1600">
              <a:solidFill>
                <a:srgbClr val="023C17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6" name="Google Shape;296;p116"/>
          <p:cNvSpPr txBox="1"/>
          <p:nvPr/>
        </p:nvSpPr>
        <p:spPr>
          <a:xfrm>
            <a:off x="548825" y="337750"/>
            <a:ext cx="87672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 b="1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97" name="Google Shape;297;p116"/>
          <p:cNvSpPr txBox="1">
            <a:spLocks noGrp="1"/>
          </p:cNvSpPr>
          <p:nvPr>
            <p:ph type="title"/>
          </p:nvPr>
        </p:nvSpPr>
        <p:spPr>
          <a:xfrm>
            <a:off x="724900" y="3851838"/>
            <a:ext cx="5980800" cy="18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Urbanist"/>
              <a:buNone/>
              <a:defRPr sz="6000" b="1">
                <a:latin typeface="Urbanist"/>
                <a:ea typeface="Urbanist"/>
                <a:cs typeface="Urbanist"/>
                <a:sym typeface="Urbani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8" name="Google Shape;298;p116"/>
          <p:cNvSpPr txBox="1">
            <a:spLocks noGrp="1"/>
          </p:cNvSpPr>
          <p:nvPr>
            <p:ph type="title" idx="2"/>
          </p:nvPr>
        </p:nvSpPr>
        <p:spPr>
          <a:xfrm>
            <a:off x="801100" y="5768863"/>
            <a:ext cx="5980800" cy="6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Jost"/>
              <a:buNone/>
              <a:defRPr sz="2800"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5_Title Only">
  <p:cSld name="OBJECT_2">
    <p:bg>
      <p:bgPr>
        <a:solidFill>
          <a:srgbClr val="0C0749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7"/>
          <p:cNvSpPr txBox="1">
            <a:spLocks noGrp="1"/>
          </p:cNvSpPr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1" name="Google Shape;301;p117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5_Title Only 1">
  <p:cSld name="OBJECT_3">
    <p:bg>
      <p:bgPr>
        <a:solidFill>
          <a:srgbClr val="0C0749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8"/>
          <p:cNvSpPr txBox="1">
            <a:spLocks noGrp="1"/>
          </p:cNvSpPr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 sz="8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04" name="Google Shape;304;p118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OBJECT_4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9"/>
          <p:cNvSpPr txBox="1">
            <a:spLocks noGrp="1"/>
          </p:cNvSpPr>
          <p:nvPr>
            <p:ph type="ftr" idx="11"/>
          </p:nvPr>
        </p:nvSpPr>
        <p:spPr>
          <a:xfrm>
            <a:off x="12828728" y="9573776"/>
            <a:ext cx="4884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7" name="Google Shape;307;p119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5_Title Only">
  <p:cSld name="5_Title Only">
    <p:bg>
      <p:bgPr>
        <a:solidFill>
          <a:schemeClr val="lt1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0"/>
          <p:cNvSpPr txBox="1">
            <a:spLocks noGrp="1"/>
          </p:cNvSpPr>
          <p:nvPr>
            <p:ph type="title"/>
          </p:nvPr>
        </p:nvSpPr>
        <p:spPr>
          <a:xfrm>
            <a:off x="762000" y="419100"/>
            <a:ext cx="9144000" cy="12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8000" b="1" i="0">
                <a:solidFill>
                  <a:schemeClr val="l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0" name="Google Shape;310;p120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OBJECT_5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1"/>
          <p:cNvSpPr txBox="1">
            <a:spLocks noGrp="1"/>
          </p:cNvSpPr>
          <p:nvPr>
            <p:ph type="ftr" idx="11"/>
          </p:nvPr>
        </p:nvSpPr>
        <p:spPr>
          <a:xfrm>
            <a:off x="12828728" y="9573776"/>
            <a:ext cx="4884600" cy="4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3" name="Google Shape;313;p121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4_Title Only">
  <p:cSld name="14_Title Only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22"/>
          <p:cNvSpPr txBox="1">
            <a:spLocks noGrp="1"/>
          </p:cNvSpPr>
          <p:nvPr>
            <p:ph type="sldNum" idx="12"/>
          </p:nvPr>
        </p:nvSpPr>
        <p:spPr>
          <a:xfrm>
            <a:off x="17311334" y="9665950"/>
            <a:ext cx="40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50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508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508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508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50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508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508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508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5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42424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508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6" name="Google Shape;316;p122"/>
          <p:cNvSpPr>
            <a:spLocks noGrp="1"/>
          </p:cNvSpPr>
          <p:nvPr>
            <p:ph type="pic" idx="2"/>
          </p:nvPr>
        </p:nvSpPr>
        <p:spPr>
          <a:xfrm>
            <a:off x="1181686" y="3973102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7" name="Google Shape;317;p122"/>
          <p:cNvSpPr>
            <a:spLocks noGrp="1"/>
          </p:cNvSpPr>
          <p:nvPr>
            <p:ph type="pic" idx="3"/>
          </p:nvPr>
        </p:nvSpPr>
        <p:spPr>
          <a:xfrm>
            <a:off x="5239044" y="3973102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8" name="Google Shape;318;p122"/>
          <p:cNvSpPr>
            <a:spLocks noGrp="1"/>
          </p:cNvSpPr>
          <p:nvPr>
            <p:ph type="pic" idx="4"/>
          </p:nvPr>
        </p:nvSpPr>
        <p:spPr>
          <a:xfrm>
            <a:off x="9296402" y="3973100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  <p:sp>
        <p:nvSpPr>
          <p:cNvPr id="319" name="Google Shape;319;p122"/>
          <p:cNvSpPr>
            <a:spLocks noGrp="1"/>
          </p:cNvSpPr>
          <p:nvPr>
            <p:ph type="pic" idx="5"/>
          </p:nvPr>
        </p:nvSpPr>
        <p:spPr>
          <a:xfrm>
            <a:off x="13353760" y="3973098"/>
            <a:ext cx="3715200" cy="3609000"/>
          </a:xfrm>
          <a:prstGeom prst="roundRect">
            <a:avLst>
              <a:gd name="adj" fmla="val 11401"/>
            </a:avLst>
          </a:prstGeom>
          <a:solidFill>
            <a:srgbClr val="E5B8B7"/>
          </a:solidFill>
          <a:ln>
            <a:noFill/>
          </a:ln>
        </p:spPr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2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322" name="Google Shape;322;p12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>
            <a:lvl1pPr marL="457200" lvl="0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406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rtl="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rtl="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rtl="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323" name="Google Shape;323;p12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  <p:sldLayoutId id="2147483766" r:id="rId119"/>
    <p:sldLayoutId id="2147483767" r:id="rId120"/>
    <p:sldLayoutId id="2147483768" r:id="rId121"/>
    <p:sldLayoutId id="2147483769" r:id="rId1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5"/>
          <p:cNvSpPr/>
          <p:nvPr/>
        </p:nvSpPr>
        <p:spPr>
          <a:xfrm>
            <a:off x="10535475" y="372725"/>
            <a:ext cx="7131300" cy="8375400"/>
          </a:xfrm>
          <a:prstGeom prst="teardrop">
            <a:avLst>
              <a:gd name="adj" fmla="val 100000"/>
            </a:avLst>
          </a:prstGeom>
          <a:solidFill>
            <a:srgbClr val="CADC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5" name="Google Shape;335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1572" y="8748015"/>
            <a:ext cx="2967199" cy="34454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25"/>
          <p:cNvSpPr txBox="1"/>
          <p:nvPr/>
        </p:nvSpPr>
        <p:spPr>
          <a:xfrm>
            <a:off x="1145400" y="8165325"/>
            <a:ext cx="68658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10182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Restricted - For Student Only</a:t>
            </a:r>
            <a:endParaRPr sz="2200">
              <a:solidFill>
                <a:srgbClr val="10182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pic>
        <p:nvPicPr>
          <p:cNvPr id="337" name="Google Shape;337;p1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997240">
            <a:off x="2821753" y="369809"/>
            <a:ext cx="2861225" cy="286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5400" y="1575362"/>
            <a:ext cx="2809073" cy="940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25"/>
          <p:cNvSpPr txBox="1">
            <a:spLocks noGrp="1"/>
          </p:cNvSpPr>
          <p:nvPr>
            <p:ph type="title"/>
          </p:nvPr>
        </p:nvSpPr>
        <p:spPr>
          <a:xfrm>
            <a:off x="1069200" y="2475975"/>
            <a:ext cx="82266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5000">
                <a:solidFill>
                  <a:srgbClr val="10182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Full Stack Developer</a:t>
            </a:r>
            <a:endParaRPr sz="5000">
              <a:solidFill>
                <a:srgbClr val="101820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340" name="Google Shape;340;p125"/>
          <p:cNvSpPr txBox="1"/>
          <p:nvPr/>
        </p:nvSpPr>
        <p:spPr>
          <a:xfrm>
            <a:off x="1209002" y="4070000"/>
            <a:ext cx="7947000" cy="2087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1750" rIns="0" bIns="0" anchor="t" anchorCtr="0">
            <a:spAutoFit/>
          </a:bodyPr>
          <a:lstStyle/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Judul Mission 		: Mission (4)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Disusun oleh 		: Fadlan Khalqi - 19026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2700" marR="0" lvl="0" indent="0" algn="just" rtl="0">
              <a:lnSpc>
                <a:spcPct val="100000"/>
              </a:lnSpc>
              <a:spcBef>
                <a:spcPts val="985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Email					: fadhlan.khalqi@gmail.com</a:t>
            </a:r>
            <a:endParaRPr sz="3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1" name="Google Shape;341;p125"/>
          <p:cNvSpPr/>
          <p:nvPr/>
        </p:nvSpPr>
        <p:spPr>
          <a:xfrm>
            <a:off x="8883300" y="1173300"/>
            <a:ext cx="8226600" cy="8226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20E516E-7377-47D8-9651-9FDA6F4BE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303" y="1765057"/>
            <a:ext cx="8740897" cy="52734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1B33BD4-42F7-4077-9B7C-E7C63B43A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43" y="1765057"/>
            <a:ext cx="7643522" cy="6172735"/>
          </a:xfrm>
          <a:prstGeom prst="rect">
            <a:avLst/>
          </a:prstGeom>
        </p:spPr>
      </p:pic>
      <p:pic>
        <p:nvPicPr>
          <p:cNvPr id="347" name="Google Shape;347;p1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94850" y="269775"/>
            <a:ext cx="1346550" cy="134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FD4BB2-2F76-41A9-BC4F-975C7C42940F}"/>
              </a:ext>
            </a:extLst>
          </p:cNvPr>
          <p:cNvSpPr txBox="1"/>
          <p:nvPr/>
        </p:nvSpPr>
        <p:spPr>
          <a:xfrm>
            <a:off x="800243" y="1768657"/>
            <a:ext cx="2496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highlight>
                  <a:srgbClr val="FFFF00"/>
                </a:highlight>
              </a:rPr>
              <a:t>UI Registrasi Diri</a:t>
            </a:r>
            <a:endParaRPr lang="en-ID" sz="240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BAB2A4-6936-427B-A58C-33ABAE209F0D}"/>
              </a:ext>
            </a:extLst>
          </p:cNvPr>
          <p:cNvSpPr txBox="1"/>
          <p:nvPr/>
        </p:nvSpPr>
        <p:spPr>
          <a:xfrm>
            <a:off x="15986060" y="1753303"/>
            <a:ext cx="1398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>
                <a:highlight>
                  <a:srgbClr val="FFFF00"/>
                </a:highlight>
              </a:rPr>
              <a:t>UI To list</a:t>
            </a:r>
            <a:endParaRPr lang="en-ID" sz="2400"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Office PowerPoint</Application>
  <PresentationFormat>Custom</PresentationFormat>
  <Paragraphs>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3" baseType="lpstr">
      <vt:lpstr>Calibri</vt:lpstr>
      <vt:lpstr>Jost</vt:lpstr>
      <vt:lpstr>Verdana</vt:lpstr>
      <vt:lpstr>Inter</vt:lpstr>
      <vt:lpstr>Arial</vt:lpstr>
      <vt:lpstr>Urbanist SemiBold</vt:lpstr>
      <vt:lpstr>Poppins</vt:lpstr>
      <vt:lpstr>Avenir</vt:lpstr>
      <vt:lpstr>Poppins Light</vt:lpstr>
      <vt:lpstr>Urbanist</vt:lpstr>
      <vt:lpstr>Office Theme</vt:lpstr>
      <vt:lpstr>Full Stack Developer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Fadlan Khalqi</cp:lastModifiedBy>
  <cp:revision>3</cp:revision>
  <dcterms:modified xsi:type="dcterms:W3CDTF">2026-05-01T23:16:54Z</dcterms:modified>
</cp:coreProperties>
</file>